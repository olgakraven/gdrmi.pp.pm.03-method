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6"/>
  </p:notesMasterIdLst>
  <p:handoutMasterIdLst>
    <p:handoutMasterId r:id="rId17"/>
  </p:handoutMasterIdLst>
  <p:sldIdLst>
    <p:sldId id="692" r:id="rId2"/>
    <p:sldId id="693" r:id="rId3"/>
    <p:sldId id="694" r:id="rId4"/>
    <p:sldId id="713" r:id="rId5"/>
    <p:sldId id="718" r:id="rId6"/>
    <p:sldId id="719" r:id="rId7"/>
    <p:sldId id="720" r:id="rId8"/>
    <p:sldId id="721" r:id="rId9"/>
    <p:sldId id="722" r:id="rId10"/>
    <p:sldId id="723" r:id="rId11"/>
    <p:sldId id="717" r:id="rId12"/>
    <p:sldId id="716" r:id="rId13"/>
    <p:sldId id="714" r:id="rId14"/>
    <p:sldId id="715" r:id="rId15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4" autoAdjust="0"/>
    <p:restoredTop sz="96408" autoAdjust="0"/>
  </p:normalViewPr>
  <p:slideViewPr>
    <p:cSldViewPr showGuides="1">
      <p:cViewPr varScale="1">
        <p:scale>
          <a:sx n="101" d="100"/>
          <a:sy n="101" d="100"/>
        </p:scale>
        <p:origin x="1332" y="102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67" y="4356695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</a:t>
            </a:r>
            <a:r>
              <a:rPr lang="en-US" sz="2100" dirty="0"/>
              <a:t>производственной практики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100" dirty="0"/>
              <a:t>по профессиональному модулю </a:t>
            </a:r>
            <a:r>
              <a:rPr lang="en-US" sz="2100" dirty="0"/>
              <a:t>ПМ.03 Проектирование, разработка и </a:t>
            </a:r>
            <a:r>
              <a:rPr lang="en-US" sz="2100" dirty="0" err="1"/>
              <a:t>оптимизация</a:t>
            </a:r>
            <a:r>
              <a:rPr lang="en-US" sz="2100" dirty="0"/>
              <a:t> </a:t>
            </a:r>
            <a:r>
              <a:rPr lang="en-US" sz="2100" dirty="0" err="1"/>
              <a:t>веб-приложений</a:t>
            </a:r>
            <a:br>
              <a:rPr lang="ru-RU" sz="2100" dirty="0"/>
            </a:br>
            <a:br>
              <a:rPr lang="en-US" sz="2100" dirty="0"/>
            </a:br>
            <a:r>
              <a:rPr lang="ru-RU" sz="2100" dirty="0"/>
              <a:t>в период с </a:t>
            </a:r>
            <a:r>
              <a:rPr lang="en-US" sz="2100" dirty="0"/>
              <a:t>«29» декабря 2025 по «18» января 2026 г.</a:t>
            </a:r>
            <a:br>
              <a:rPr lang="ru-RU" sz="2100" dirty="0"/>
            </a:br>
            <a:br>
              <a:rPr lang="ru-RU" sz="2200" dirty="0"/>
            </a:br>
            <a:r>
              <a:rPr lang="ru-RU" sz="2100" dirty="0"/>
              <a:t>Специальность </a:t>
            </a:r>
            <a:r>
              <a:rPr lang="en-US" sz="2100" dirty="0"/>
              <a:t>09.02.07 Информационные системы и программирование</a:t>
            </a:r>
            <a:br>
              <a:rPr lang="ru-RU" sz="2700" u="sng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____________________________________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_______________________________________________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 </a:t>
            </a:r>
            <a:r>
              <a:rPr lang="ru-RU" altLang="ru-RU" sz="2000" dirty="0">
                <a:solidFill>
                  <a:srgbClr val="FF0000"/>
                </a:solidFill>
              </a:rPr>
              <a:t>___________________________________________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>
                <a:solidFill>
                  <a:prstClr val="white"/>
                </a:solidFill>
                <a:latin typeface="Arial" charset="0"/>
              </a:rPr>
              <a:t>АВТОНОМНАЯ НЕКОММЕРЧЕСКАЯ ОРГАНИЗАЦИЯ ВЫСШЕГО </a:t>
            </a: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Факультет Информационных технологий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2" y="2052439"/>
            <a:ext cx="968719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организационной структуры исследуемого предприятия 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Экспериментально-практическая работа. Приобретение необходимых знаний, умений и первоначального опыта практической работы по специальности в рамках освоения вида деятельности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ВД 6. Сопровождение информационных систем</a:t>
            </a:r>
            <a:endParaRPr lang="ru-RU" sz="2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Я, 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проходил(а)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производственную практику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базе предприятия….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индивидуального задания по практике решал(а) задачу по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проектированию, разработке и оптимизации веб-приложений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Принял(а) 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Ознакомил(а)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Уточнил(а)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внешнему виду: 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Круг обязанностей: 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данным: 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70E3F6-48A1-D657-BA85-D45CF663F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426" y="2919413"/>
            <a:ext cx="3472761" cy="348932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Пример прототипа на основе которого делалась оптимизация</a:t>
            </a:r>
          </a:p>
        </p:txBody>
      </p:sp>
    </p:spTree>
    <p:extLst>
      <p:ext uri="{BB962C8B-B14F-4D97-AF65-F5344CB8AC3E}">
        <p14:creationId xmlns:p14="http://schemas.microsoft.com/office/powerpoint/2010/main" val="293951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70E3F6-48A1-D657-BA85-D45CF663F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426" y="2919413"/>
            <a:ext cx="3472761" cy="348932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Пример прототипа на основе которого делалась оптимизация</a:t>
            </a:r>
          </a:p>
        </p:txBody>
      </p:sp>
    </p:spTree>
    <p:extLst>
      <p:ext uri="{BB962C8B-B14F-4D97-AF65-F5344CB8AC3E}">
        <p14:creationId xmlns:p14="http://schemas.microsoft.com/office/powerpoint/2010/main" val="114040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Промежуточная модификация проекта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E3F9562-F085-2A5D-AA33-B2EA37483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856" y="3800475"/>
            <a:ext cx="45339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21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Создание проектной документации в репозитории (Указать все документы)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854BB1F-29EF-55B4-47DB-0F533777A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835" y="2919413"/>
            <a:ext cx="5839942" cy="348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4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Создание диаграммы </a:t>
            </a:r>
            <a:r>
              <a:rPr lang="ru-RU" dirty="0" err="1"/>
              <a:t>Ганта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914EF8B-21DB-89AA-874A-CD0E9A468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0232F7-B795-F809-C6D1-711D78F7E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956410"/>
            <a:ext cx="7772400" cy="205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5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Изменения в коде (оптимизация БД и сервера) (Сделать скриншоты всех модификаций)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3C6F0975-5B35-9DD0-1D7E-EF08CF7F2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356" y="2772519"/>
            <a:ext cx="5173826" cy="348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5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dirty="0"/>
              <a:t>Изменения в коде (оптимизация </a:t>
            </a:r>
            <a:r>
              <a:rPr lang="en-US" dirty="0"/>
              <a:t>UX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Показать все модификации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24BFC1-0BA2-5DB0-DA8D-BB4D275C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B0723E-6CBA-24D7-FD5B-F77A805A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843496"/>
            <a:ext cx="7772400" cy="187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66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0EB40EE-F2D3-F375-5C68-CA25148C4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180" y="2700511"/>
            <a:ext cx="5065860" cy="348932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5D3CEEA-5789-9587-7890-540CA502E0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Структура обновленного проекта +ссылка на обновленный проект + внешний вид </a:t>
            </a:r>
            <a:r>
              <a:rPr lang="ru-RU"/>
              <a:t>готового приложения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7266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5" y="1980431"/>
            <a:ext cx="9457277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Осуществите комплексный анализ результатов выполненных видов работ, сформулируйте выводы: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…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…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…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…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…</a:t>
            </a:r>
          </a:p>
        </p:txBody>
      </p:sp>
    </p:spTree>
    <p:extLst>
      <p:ext uri="{BB962C8B-B14F-4D97-AF65-F5344CB8AC3E}">
        <p14:creationId xmlns:p14="http://schemas.microsoft.com/office/powerpoint/2010/main" val="2619132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156" y="1764407"/>
            <a:ext cx="9667228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Биллиг, В. А. Основы программирования на C# : учебное пособие / В. А. Биллиг. — 4-е изд. — Москва : Интернет-Университет Информационных Технологий (ИНТУИТ), Ай Пи Ар Медиа, 2025. — 573 c. — ISBN 978-5-4497-0893-9. — Текст : электронный // Цифровой образовательный ресурс IPR SMART : [сайт]. — URL: https://www.iprbookshop.ru/146368.html 
Марченко, А. Л. Основы программирования на C# 2.0 : учебное пособие / А. Л. Марченко. — 4-е изд. — Москва : Интернет-Университет Информационных Технологий (ИНТУИТ), Ай Пи Ар Медиа, 2024. — 551 c. — ISBN 978-5-4497-3318-4. — Текст : электронный // Цифровой образовательный ресурс IPR SMART : [сайт]. — URL: https://www.iprbookshop.ru/142288.html 
Биллиг, В. А. Основы объектного программирования на C# (С# 3.0, Visual Studio 2008) : учебник / В. А. Биллиг. — 4-е изд. — Москва : Интернет-Университет Информационных Технологий (ИНТУИТ), Ай Пи Ар Медиа, 2025. — 409 c. — ISBN 978-5-4497-0880-9. — Текст : электронный // Цифровой образовательный ресурс IPR SMART : [сайт]. — URL: https://www.iprbookshop.ru/146364.htm
Смоленцев, Н. К. MATLAB: программирование на Visual C#, Borland C#, JBuilder, VBA : учебный курс / Н. К. Смоленцев. — 3-е изд. — Саратов : Профобразование, 2024. — 456 c. — ISBN 978-5-4488-0066-5. — Текст : электронный // Цифровой образовательный ресурс IPR SMART : [сайт]. — URL: https://www.iprbookshop.ru/145894.html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172406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534988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подтверждения выполнения задания вам необходимо приложить к комплекту 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отчетных документов: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indent="0">
              <a:lnSpc>
                <a:spcPct val="100000"/>
              </a:lnSpc>
              <a:buNone/>
              <a:tabLst>
                <a:tab pos="534988" algn="l"/>
                <a:tab pos="715963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выполнении.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36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5741</TotalTime>
  <Words>719</Words>
  <Application>Microsoft Office PowerPoint</Application>
  <PresentationFormat>Произвольный</PresentationFormat>
  <Paragraphs>56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Courier New</vt:lpstr>
      <vt:lpstr>Times New Roman</vt:lpstr>
      <vt:lpstr>Тема Office</vt:lpstr>
      <vt:lpstr>ОТЧЕТ  о прохождении производственной практики   по профессиональному модулю ПМ.03 Проектирование, разработка и оптимизация веб-приложений  в период с «29» декабря 2025 по «18» января 2026 г.  Специальность 09.02.07 Информационные системы и программирование  </vt:lpstr>
      <vt:lpstr>Содержание</vt:lpstr>
      <vt:lpstr>Организационный этап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Выводы</vt:lpstr>
      <vt:lpstr>Список используемой литературы</vt:lpstr>
      <vt:lpstr>Приложение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Ангерт Марина Валерьевна</cp:lastModifiedBy>
  <cp:revision>343</cp:revision>
  <cp:lastPrinted>2019-08-06T13:15:09Z</cp:lastPrinted>
  <dcterms:created xsi:type="dcterms:W3CDTF">2020-03-27T22:15:06Z</dcterms:created>
  <dcterms:modified xsi:type="dcterms:W3CDTF">2025-12-22T11:40:20Z</dcterms:modified>
</cp:coreProperties>
</file>